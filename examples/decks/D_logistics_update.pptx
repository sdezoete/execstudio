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Supply chain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freight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Freight cost per tonne rose 12% to SAR 410</a:t>
            </a:r>
          </a:p>
          <a:p>
            <a:r>
              <a:t>Diesel surcharge added 0.9 pts</a:t>
            </a:r>
          </a:p>
          <a:p>
            <a:r>
              <a:t>Port fees in Jeddah up 6%</a:t>
            </a:r>
          </a:p>
          <a:p>
            <a:r>
              <a:t>Two carriers exited in July</a:t>
            </a:r>
          </a:p>
          <a:p>
            <a:r>
              <a:t>Contract with Bahri renews in 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560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94%</a:t>
            </a:r>
          </a:p>
          <a:p>
            <a:r>
              <a:t>On-time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2011680"/>
            <a:ext cx="2560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3.2 days</a:t>
            </a:r>
          </a:p>
          <a:p>
            <a:r>
              <a:t>Average lead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2560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SAR 1.4m</a:t>
            </a:r>
          </a:p>
          <a:p>
            <a:r>
              <a:t>Monthly freight spend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Tender by 30 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Evidence needed: Evidence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
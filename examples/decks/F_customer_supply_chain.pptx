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diagrams/data260.xml" ContentType="application/vnd.openxmlformats-officedocument.drawingml.diagramData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(EUR m)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5.1</c:v>
                </c:pt>
                <c:pt idx="1">
                  <c:v>3.7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data260.xml><?xml version="1.0" encoding="utf-8"?>
<dgm:dataModel xmlns:dgm="http://schemas.openxmlformats.org/drawingml/2006/diagram" xmlns:a="http://schemas.openxmlformats.org/drawingml/2006/main">
  <dgm:ptLst>
    <dgm:pt modelId="0" type="doc">
      <dgm:t>
        <a:bodyPr/>
        <a:p>
          <a:endParaRPr/>
        </a:p>
      </dgm:t>
    </dgm:pt>
    <dgm:pt modelId="1">
      <dgm:t>
        <a:bodyPr/>
        <a:p>
          <a:r>
            <a:t>Assess network by December</a:t>
          </a:r>
        </a:p>
      </dgm:t>
    </dgm:pt>
    <dgm:pt modelId="101" type="parTrans">
      <dgm:t>
        <a:bodyPr/>
        <a:p>
          <a:r>
            <a:t>connector</a:t>
          </a:r>
        </a:p>
      </dgm:t>
    </dgm:pt>
    <dgm:pt modelId="2">
      <dgm:t>
        <a:bodyPr/>
        <a:p>
          <a:r>
            <a:t>Select partners in January</a:t>
          </a:r>
        </a:p>
      </dgm:t>
    </dgm:pt>
    <dgm:pt modelId="102" type="parTrans">
      <dgm:t>
        <a:bodyPr/>
        <a:p>
          <a:r>
            <a:t>connector</a:t>
          </a:r>
        </a:p>
      </dgm:t>
    </dgm:pt>
    <dgm:pt modelId="3">
      <dgm:t>
        <a:bodyPr/>
        <a:p>
          <a:r>
            <a:t>Launch pilot in Q1 2027</a:t>
          </a:r>
        </a:p>
      </dgm:t>
    </dgm:pt>
    <dgm:pt modelId="103" type="parTrans">
      <dgm:t>
        <a:bodyPr/>
        <a:p>
          <a:r>
            <a:t>connector</a:t>
          </a:r>
        </a:p>
      </dgm:t>
    </dgm:pt>
  </dgm:ptLst>
  <dgm:cxnLst/>
</dgm:dataModel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service gain before the inventory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2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FY26 supply chain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Executive Committee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level reached 93.5% in Q3</a:t>
            </a:r>
          </a:p>
          <a:p>
            <a:pPr lvl="1"/>
            <a:r>
              <a:t>Up from 91.2% in Q2</a:t>
            </a:r>
          </a:p>
          <a:p>
            <a:pPr/>
            <a:r>
              <a:t>Inventory turns 7.8 vs 8.5 target</a:t>
            </a:r>
          </a:p>
          <a:p>
            <a:pPr lvl="1"/>
            <a:r>
              <a:t>Northern DC below 6 turns</a:t>
            </a:r>
          </a:p>
          <a:p>
            <a:pPr/>
            <a:r>
              <a:t>Expedited freight EUR 2.4m year to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and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Supplier OTIF 96%</a:t>
            </a:r>
          </a:p>
          <a:p>
            <a:r>
              <a:t>Forecast accuracy 82%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Two single-source SKUs in Asia</a:t>
            </a:r>
          </a:p>
          <a:p>
            <a:r>
              <a:t>Warehouse Leeds at 97% capacity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model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2194560"/>
            <a:ext cx="8321040" cy="1097280"/>
            <a:chOff x="457200" y="2194560"/>
            <a:chExt cx="8321040" cy="1097280"/>
          </a:xfrm>
        </p:grpSpPr>
        <p:sp>
          <p:nvSpPr>
            <p:cNvPr id="4" name="TextBox 3"/>
            <p:cNvSpPr txBox="1"/>
            <p:nvPr/>
          </p:nvSpPr>
          <p:spPr>
            <a:xfrm>
              <a:off x="457200" y="2194560"/>
              <a:ext cx="2651760" cy="10972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Plan: monthly S&amp;OP with Finance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291840" y="2194560"/>
              <a:ext cx="2651760" cy="10972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Source: dual-source 12 SKUs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26480" y="2194560"/>
              <a:ext cx="2651760" cy="10972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Deliver: two new 3PL lanes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Owner: Chief Operating Officer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graphicFrame>
        <p:nvGraphicFramePr>
          <p:cNvPr id="1160" name="Diagram"/>
          <p:cNvGraphicFramePr/>
          <p:nvPr/>
        </p:nvGraphicFramePr>
        <p:xfrm>
          <a:off x="457200" y="1828800"/>
          <a:ext cx="8229600" cy="2743200"/>
        </p:xfrm>
        <a:graphic>
          <a:graphicData uri="http://schemas.openxmlformats.org/drawingml/2006/diagram">
            <dgm:relIds xmlns:dgm="http://schemas.openxmlformats.org/drawingml/2006/diagram" r:dm="rId2" r:lo="" r:qs="" r:cs="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4114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267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EUR 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EUR 3.7m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846320" y="1645920"/>
          <a:ext cx="384048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